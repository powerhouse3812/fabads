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TEARDOWN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 Ad Launcher</a:t>
            </a:r>
            <a:pPr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indent="0" marL="0">
              <a:buNone/>
            </a:pPr>
            <a:r>
              <a:rPr lang="en-US" sz="4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FabAds Launch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their AI launcher wins, where ours does, and what we deliberately skip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40156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401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Gaps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340156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8EDF4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3401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340156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3401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We win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0680" y="340156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3401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Not our lane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recon of app.creatify.ai (2 passes, nothing launched or modified)  ·  FabAds prototype audit + updated Figma Launch design  ·  7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compared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50208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990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 — live product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49300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Logged-in walkthrough, two passes, read-only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Launcher walked to the final Launch button — never clicked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Covered: launcher, AI Media Buyer, Automations, Projects, Brand Kit, Ad Clone, Competitor Tracker, Ad Flow, Inspiration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verified: TikTok / Google / AppLovin launch forms (real OAuth walls — declined)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90872" y="1234440"/>
            <a:ext cx="3950208" cy="3063240"/>
          </a:xfrm>
          <a:prstGeom prst="roundRect">
            <a:avLst>
              <a:gd name="adj" fmla="val 2388"/>
            </a:avLst>
          </a:prstGeom>
          <a:solidFill>
            <a:srgbClr val="F5FBE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3990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FabAds — prototype +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19472" y="1783080"/>
            <a:ext cx="349300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Launch v2 + updated Figma design (4 steps: Start → Setup → Ad &amp; Distribution → Review &amp; Launch)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parallel repo agents, every claim file-cited, adversarial monitor pass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simulates data &amp; connectivity by design — it's the UX prototype. Production app is a separate build with full validations (per team; not audited here)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Adjacent: Genie, Creative Library, Insights, Reports, Campaign URLs, RRM, AutoPilot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unit = the launch job: from “I have a creative / an idea” to “ads are live and being optimized.”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Creatify's launch ecosystem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371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630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8288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Launcher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" y="2121408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Meta form: account → audience → budget → creative. Traffic objective only. Meta · TikTok · AppLovin · Google connect.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07008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1371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6304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18288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Media Buyer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10712" y="2121408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agent over connected ad accounts (runs Opus 4.8). Reads &amp; audits; “nothing changes until you approve it.”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89320" y="1207008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53912" y="1371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3912" y="18288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53912" y="2121408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routines: fatigue detect → auto-regenerate creative → queue into same ad set; guarded weekly budget / pause moves.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2944368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" y="31089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0040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" y="356616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→ Launch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67512" y="3858768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3,550-file library, folders, bulk select → “Launch Ads.” Every asset detail page has a working Launch Ad button.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944368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0712" y="31089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20040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10712" y="356616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Tracker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10712" y="3858768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20 brands; hooks / selling-point / copy analytics; “Clone this ad” on every competitor ad.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989320" y="2944368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53912" y="31089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20040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53912" y="356616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 + Ad Clone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153912" y="3858768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Products, avatars, voices, colors; ad accounts assigned per brand. Product + reference ad → cloned ad.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Gating: the whole launch + optimization loop is Pro-tier ($99/mo) — not on the $39 Starter plan.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1 · GAPS — CRITICAL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it. We don't — yet.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" y="13167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40360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22529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Post-launch AI loop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Buyer + Automations: detect creative fatigue → regenerate replacements → queue into the live ad set → guarded budget/pause moves with approval mode. Our Automation surface is still roadmap.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9202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/>
        </p:spPr>
      </p:sp>
      <p:sp>
        <p:nvSpPr>
          <p:cNvPr id="9" name="Shape 6"/>
          <p:cNvSpPr/>
          <p:nvPr/>
        </p:nvSpPr>
        <p:spPr>
          <a:xfrm>
            <a:off x="630936" y="20665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215341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197510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AI inside the launcher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ad-copy button + brand-info autofill at the creative step. Our launcher (design + prototype) has no generative assist inline yet.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67004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/>
        </p:spPr>
      </p:sp>
      <p:sp>
        <p:nvSpPr>
          <p:cNvPr id="13" name="Shape 9"/>
          <p:cNvSpPr/>
          <p:nvPr/>
        </p:nvSpPr>
        <p:spPr>
          <a:xfrm>
            <a:off x="630936" y="28163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2903220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272491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launch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+ TikTok + AppLovin + Google Ads connect vs our Meta-only launcher (TikTok exists only as a Reports tab).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419856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/>
        </p:spPr>
      </p:sp>
      <p:sp>
        <p:nvSpPr>
          <p:cNvPr id="17" name="Shape 12"/>
          <p:cNvSpPr/>
          <p:nvPr/>
        </p:nvSpPr>
        <p:spPr>
          <a:xfrm>
            <a:off x="630936" y="3566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3653028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347472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intelligence depth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 tracked Meta ads, per-brand hooks / selling-point / copy / headline analytics, DCO version tracking. Our Industry Insights feeds launch, but has no analytics layer like this.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4169664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/>
        </p:spPr>
      </p:sp>
      <p:sp>
        <p:nvSpPr>
          <p:cNvPr id="21" name="Shape 15"/>
          <p:cNvSpPr/>
          <p:nvPr/>
        </p:nvSpPr>
        <p:spPr>
          <a:xfrm>
            <a:off x="630936" y="43159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4402836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4712" y="422452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Clone (product × reference ad)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product + any trending/competitor ad → cloned creative in your brand. We clone launches, not creatives.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1 · GAPS — SECONDARY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gaps that still shape the experience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768096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" y="14081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49504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261872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 as one source of truth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colors, selling points, products, avatars, voices in one place — feeding generation — with ad accounts assigned per brand. Our brand data is split across Catalogue / Genie Assets / Library.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8138160" cy="768096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/>
        </p:spPr>
      </p:sp>
      <p:sp>
        <p:nvSpPr>
          <p:cNvPr id="9" name="Shape 6"/>
          <p:cNvSpPr/>
          <p:nvPr/>
        </p:nvSpPr>
        <p:spPr>
          <a:xfrm>
            <a:off x="630936" y="23042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2391156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2157984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into a live campaign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launcher pushes new creatives into an already-launched campaign. Our clone / relaunch / auto-fill always builds a new launch.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999232"/>
            <a:ext cx="8138160" cy="768096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/>
        </p:spPr>
      </p:sp>
      <p:sp>
        <p:nvSpPr>
          <p:cNvPr id="13" name="Shape 9"/>
          <p:cNvSpPr/>
          <p:nvPr/>
        </p:nvSpPr>
        <p:spPr>
          <a:xfrm>
            <a:off x="630936" y="3200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3287268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0540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audience estimate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 inherits Meta's real delivery estimate in-form. Ours is mocked in the prototype — confirm it's wired in the production build.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/>
        </p:spPr>
      </p:sp>
      <p:sp>
        <p:nvSpPr>
          <p:cNvPr id="17" name="Shape 12"/>
          <p:cNvSpPr/>
          <p:nvPr/>
        </p:nvSpPr>
        <p:spPr>
          <a:xfrm>
            <a:off x="630936" y="40965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418338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3950208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transparency at the button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credit cost shown on the generate action (e.g. “Generate — 18.85”). Our plan-gating shows tiers, not per-action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2 · PARITY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products do this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35608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544" y="128016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Advantage+ audience &amp; placement toggles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90872" y="1234440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43560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1496" y="128016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audience controls: locations, age, gender + saved audiences / templates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1947672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4884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3544" y="19933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+ schedule, CBO/ABO, optional end date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690872" y="1947672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14884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11496" y="19933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Meta CTA set (Learn More, Shop Now, …)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02920" y="2660904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862072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3544" y="27066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/ URL-parameter builder on the destination link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690872" y="2660904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2862072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11496" y="27066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from upload or asset library, folders + bulk launch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502920" y="3374136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575304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3544" y="341985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In-form placement / feed previews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4690872" y="3374136"/>
            <a:ext cx="3950208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3575304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11496" y="341985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a previous run (their “launched campaigns” picker · our relaunch + auto-fill from previous launches)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FabAds side verified against the prototype + updated Figma Launch design; production wiring per team, not audited here.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3 · WHERE FABADS LAUNCH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launcher is structurally deeper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" y="11887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275588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18872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Meta objectives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ODAX picker + Advantage+ Catalogue toggles on Leads/Sales (new design, Step 1). Creatify: Traffic only — no Conversions, Sales, Leads.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9" name="Shape 6"/>
          <p:cNvSpPr/>
          <p:nvPr/>
        </p:nvSpPr>
        <p:spPr>
          <a:xfrm>
            <a:off x="630936" y="17373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824228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173736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entry points everywhere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Genie, Creative Library, folders, Industry Insights, Reports (clone a campaign/adset/ad), Campaign URLs, and relaunch/auto-fill. Creatify: library assets + clone-this-ad.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23113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13" name="Shape 9"/>
          <p:cNvSpPr/>
          <p:nvPr/>
        </p:nvSpPr>
        <p:spPr>
          <a:xfrm>
            <a:off x="630936" y="2286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2372868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228600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Multi-account distribution engine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Per-account assignment, page split (equal / fill-first / duplicate), creative distribution modes (rotating / one-per-adset / stacked / multiply / custom). Creatify: one account, one ad set per run.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277977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17" name="Shape 12"/>
          <p:cNvSpPr/>
          <p:nvPr/>
        </p:nvSpPr>
        <p:spPr>
          <a:xfrm>
            <a:off x="630936" y="28346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921508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283464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Preflight + dedicated Review step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Launch step with structure tree/table, bulk edit and policy checks (13 groups, ~28 rules in prototype). Creatify: form straight to Launch, minimal validation.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332841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21" name="Shape 15"/>
          <p:cNvSpPr/>
          <p:nvPr/>
        </p:nvSpPr>
        <p:spPr>
          <a:xfrm>
            <a:off x="630936" y="33832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3470148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4712" y="338328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Nomenclature system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Token-based naming templates ({brand}_{objective}_{date}) at campaign/adset/ad level + workspace launch defaults. Creatify: auto-generated timestamps.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02920" y="387705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25" name="Shape 18"/>
          <p:cNvSpPr/>
          <p:nvPr/>
        </p:nvSpPr>
        <p:spPr>
          <a:xfrm>
            <a:off x="630936" y="39319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4018788"/>
            <a:ext cx="192024" cy="192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24712" y="393192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Templates, strategies &amp; A/B test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targeting templates, saved strategies, Meta-side A/B test toggle, special ad category + EU DSA handling. Creatify saves audiences only.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02920" y="4425696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F5FBE8"/>
          </a:solidFill>
          <a:ln/>
        </p:spPr>
      </p:sp>
      <p:sp>
        <p:nvSpPr>
          <p:cNvPr id="29" name="Shape 21"/>
          <p:cNvSpPr/>
          <p:nvPr/>
        </p:nvSpPr>
        <p:spPr>
          <a:xfrm>
            <a:off x="630936" y="4480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567428"/>
            <a:ext cx="192024" cy="1920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24712" y="448056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agency scale  —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ads across accounts and pages in one run — Creatify's flow is single-advertiser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4 · NOT IN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 features we deliberately skip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3716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49324"/>
            <a:ext cx="155448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225296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avatar actors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300–1,500 stock actors, custom avatars, voice cloning — creative-gen company DNA, not ours.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90872" y="1170432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809744" y="13716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1449324"/>
            <a:ext cx="155448" cy="155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21224" y="1225296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editor + Ad Flow canvas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node-based creative editing suite. We integrate with creatives, we don't edit them.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011680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21792" y="22128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29057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3272" y="2066544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 language dubbing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pipeline for global UGC — outside our launch lane.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90872" y="2011680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809744" y="22128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68" y="2290572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21224" y="2066544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playable ads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ad units for the AppLovin gaming lane.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2852928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621792" y="30540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131820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33272" y="290779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Done-for-you Studio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human service arm — an org decision, not a product gap.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90872" y="2852928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4809744" y="30540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468" y="3131820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21224" y="290779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community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inspiration marketplace with usage counts.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02920" y="3694176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21792" y="389534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3973068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33272" y="374904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Credit-based metering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Per-action credit pricing. We stay on plan tiers.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690872" y="3694176"/>
            <a:ext cx="3950208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809744" y="389534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7468" y="3973068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21224" y="374904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later: Google / AppLovin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beyond Meta + TikTok — revisit against ICP, not a today-gap.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entry points: we out-cover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50208" cy="2880360"/>
          </a:xfrm>
          <a:prstGeom prst="roundRect">
            <a:avLst>
              <a:gd name="adj" fmla="val 2540"/>
            </a:avLst>
          </a:prstGeom>
          <a:solidFill>
            <a:srgbClr val="1B20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8074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FabAds — </a:t>
            </a:r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ways 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46504"/>
            <a:ext cx="34930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module (new / 3-click / catalogue)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 — generated output → launch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Library — asset / adgroup launch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Folders — fast launch a creative bundle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Insights — launch from an insight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— clone a campaign / ad set / 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URLs + relaunch / auto-fill previous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90872" y="1234440"/>
            <a:ext cx="3950208" cy="2880360"/>
          </a:xfrm>
          <a:prstGeom prst="roundRect">
            <a:avLst>
              <a:gd name="adj" fmla="val 2540"/>
            </a:avLst>
          </a:prstGeom>
          <a:solidFill>
            <a:srgbClr val="1B2029"/>
          </a:solidFill>
          <a:ln/>
        </p:spPr>
      </p:sp>
      <p:sp>
        <p:nvSpPr>
          <p:cNvPr id="8" name="Text 6"/>
          <p:cNvSpPr/>
          <p:nvPr/>
        </p:nvSpPr>
        <p:spPr>
          <a:xfrm>
            <a:off x="4919472" y="138074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 — </a:t>
            </a:r>
            <a:pPr indent="0" marL="0">
              <a:buNone/>
            </a:pPr>
            <a:r>
              <a:rPr lang="en-US" sz="1500" b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ways 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19472" y="1746504"/>
            <a:ext cx="34930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Ad Launcher (platform picker)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— per-asset “Launch Ad” + bulk select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Brand — “Generate ads” per product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7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/ trending ad — “Clone this ad” (goes to generation first, then launch)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315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FabAds surface that produces or holds a creative can launch it. Their strength is the loop after launch; ours is the coverage before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order of attack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5FBE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3533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691640"/>
            <a:ext cx="22494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 copy + brand autofill inside the creative step — their clearest in-launcher edge, cheapest to match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Post-launch loop v1: creative-fatigue detection + guarded budget rules (RRM + AutoPilot already sketch this)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13533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47288" y="1691640"/>
            <a:ext cx="22494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analytics layer on Industry Insights: hooks / selling-points / copy frequency + clone-this-ad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Append-creatives-into-live-campaign mode (today every path builds a new launch)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brand data (Catalogue / Genie Assets / Library) into one Brand Kit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3533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90488" y="1691640"/>
            <a:ext cx="22494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as platform #2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agentic media buyer (chat over ad accounts) once the post-launch loop is proven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live audience estimate is wired in the production build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Ops note: Creatify's Competitor Tracker burned ~80 account credits from passive viewing during recon — background AI insight generation. Inform the account owner.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Creatify vs FabAds Launch</dc:title>
  <dc:subject>PptxGenJS Presentation</dc:subject>
  <dc:creator>FabAds</dc:creator>
  <cp:lastModifiedBy>FabAds</cp:lastModifiedBy>
  <cp:revision>1</cp:revision>
  <dcterms:created xsi:type="dcterms:W3CDTF">2026-07-07T11:55:57Z</dcterms:created>
  <dcterms:modified xsi:type="dcterms:W3CDTF">2026-07-07T11:55:57Z</dcterms:modified>
</cp:coreProperties>
</file>